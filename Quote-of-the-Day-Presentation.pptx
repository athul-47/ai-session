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1200" b="1">
                <a:solidFill>
                  <a:srgbClr val="FFB703"/>
                </a:solidFill>
              </a:defRPr>
            </a:pPr>
            <a:r>
              <a:t>PROJECT PRESENTATION • OCTOBER 2026</a:t>
            </a:r>
          </a:p>
          <a:p>
            <a:pPr>
              <a:spcAft>
                <a:spcPts val="1800"/>
              </a:spcAft>
              <a:defRPr sz="4600" b="1">
                <a:solidFill>
                  <a:srgbClr val="FFFFFF"/>
                </a:solidFill>
              </a:defRPr>
            </a:pPr>
            <a:r>
              <a:t>Quote of the Day</a:t>
            </a:r>
          </a:p>
          <a:p>
            <a:pPr>
              <a:spcAft>
                <a:spcPts val="2800"/>
              </a:spcAft>
              <a:defRPr sz="1700">
                <a:solidFill>
                  <a:srgbClr val="D2E1D7"/>
                </a:solidFill>
              </a:defRPr>
            </a:pPr>
            <a:r>
              <a:t>Start each morning with clarity and intent — one simple click for timeless wisdom, perspective, and daily focus.</a:t>
            </a:r>
          </a:p>
          <a:p>
            <a:pPr>
              <a:spcAft>
                <a:spcPts val="3600"/>
              </a:spcAft>
              <a:defRPr sz="1300" b="1">
                <a:solidFill>
                  <a:srgbClr val="FFB703"/>
                </a:solidFill>
              </a:defRPr>
            </a:pPr>
            <a:r>
              <a:t>Python (Flask)   •   HTML5 &amp; CSS3   •   JavaScript   •   REST API</a:t>
            </a:r>
          </a:p>
          <a:p>
            <a:pPr>
              <a:defRPr sz="1500" i="1">
                <a:solidFill>
                  <a:srgbClr val="8CA096"/>
                </a:solidFill>
              </a:defRPr>
            </a:pPr>
            <a:r>
              <a:t>one click. A little more inspiration.</a:t>
            </a:r>
          </a:p>
          <a:p>
            <a:pPr>
              <a:defRPr sz="1300">
                <a:solidFill>
                  <a:srgbClr val="8CA096"/>
                </a:solidFill>
              </a:defRPr>
            </a:pPr>
            <a:r>
              <a:t>Presenter: Athul</a:t>
            </a:r>
          </a:p>
        </p:txBody>
      </p:sp>
      <p:pic>
        <p:nvPicPr>
          <p:cNvPr id="4" name="Picture 3" descr="app_m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097280"/>
            <a:ext cx="4572000" cy="288757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14643C"/>
                </a:solidFill>
              </a:defRPr>
            </a:pPr>
            <a:r>
              <a:t>01 | THE PROBLEM</a:t>
            </a:r>
          </a:p>
          <a:p>
            <a:pPr>
              <a:spcAft>
                <a:spcPts val="2400"/>
              </a:spcAft>
              <a:defRPr sz="3400" b="1">
                <a:solidFill>
                  <a:srgbClr val="14213D"/>
                </a:solidFill>
              </a:defRPr>
            </a:pPr>
            <a:r>
              <a:t>Digital noise drains daily motivation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4213D"/>
                </a:solidFill>
              </a:rPr>
              <a:t>• Mornings set the tone: </a:t>
            </a:r>
            <a:r>
              <a:rPr sz="1500">
                <a:solidFill>
                  <a:srgbClr val="465569"/>
                </a:solidFill>
              </a:rPr>
              <a:t>How we start our first 10 minutes dictates stress levels, focus, and productivity for the day.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4213D"/>
                </a:solidFill>
              </a:rPr>
              <a:t>• Notification overload: </a:t>
            </a:r>
            <a:r>
              <a:rPr sz="1500">
                <a:solidFill>
                  <a:srgbClr val="465569"/>
                </a:solidFill>
              </a:rPr>
              <a:t>People wake up straight to emails, social feeds, and sensory fatigue.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4213D"/>
                </a:solidFill>
              </a:rPr>
              <a:t>• Cluttered alternatives: </a:t>
            </a:r>
            <a:r>
              <a:rPr sz="1500">
                <a:solidFill>
                  <a:srgbClr val="465569"/>
                </a:solidFill>
              </a:rPr>
              <a:t>Existing quote websites are packed with intrusive ads, paywalls, and anonymous quotes.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4213D"/>
                </a:solidFill>
              </a:rPr>
              <a:t>• The mindful reset: </a:t>
            </a:r>
            <a:r>
              <a:rPr sz="1500">
                <a:solidFill>
                  <a:srgbClr val="465569"/>
                </a:solidFill>
              </a:rPr>
              <a:t>A clean, distraction-free space to ground your mindset in under 5 seconds.</a:t>
            </a:r>
          </a:p>
        </p:txBody>
      </p:sp>
      <p:pic>
        <p:nvPicPr>
          <p:cNvPr id="4" name="Picture 3" descr="routine_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188720"/>
            <a:ext cx="4846320" cy="28000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4643C"/>
                </a:solidFill>
              </a:defRPr>
            </a:pPr>
            <a:r>
              <a:t>02 | THE SOLUTION</a:t>
            </a:r>
          </a:p>
          <a:p>
            <a:pPr>
              <a:defRPr sz="3400" b="1">
                <a:solidFill>
                  <a:srgbClr val="14213D"/>
                </a:solidFill>
              </a:defRPr>
            </a:pPr>
            <a:r>
              <a:t>Simple, intentional, and inspiring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011680"/>
            <a:ext cx="333756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spcAft>
                <a:spcPts val="1800"/>
              </a:spcAft>
              <a:defRPr sz="2000" b="1">
                <a:solidFill>
                  <a:srgbClr val="14213D"/>
                </a:solidFill>
              </a:defRPr>
            </a:pPr>
            <a:r>
              <a:t>🏛️ Timeless Wisdom</a:t>
            </a:r>
          </a:p>
          <a:p>
            <a:pPr>
              <a:defRPr sz="1500">
                <a:solidFill>
                  <a:srgbClr val="465569"/>
                </a:solidFill>
              </a:defRPr>
            </a:pPr>
            <a:r>
              <a:t>Curated collection of profound insights spanning stoicism, mindfulness, creativity, and perseverance.</a:t>
            </a:r>
            <a:br/>
            <a:br/>
            <a:r>
              <a:t>No generic fluff — thoughts that give real emotional grounding.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2011680"/>
            <a:ext cx="333756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spcAft>
                <a:spcPts val="1800"/>
              </a:spcAft>
              <a:defRPr sz="2000" b="1">
                <a:solidFill>
                  <a:srgbClr val="14213D"/>
                </a:solidFill>
              </a:defRPr>
            </a:pPr>
            <a:r>
              <a:t>✍️ Authentic Attribution</a:t>
            </a:r>
          </a:p>
          <a:p>
            <a:pPr>
              <a:defRPr sz="1500">
                <a:solidFill>
                  <a:srgbClr val="465569"/>
                </a:solidFill>
              </a:defRPr>
            </a:pPr>
            <a:r>
              <a:t>Every single quote credits the philosopher, athlete, author, or leader who said it.</a:t>
            </a:r>
            <a:br/>
            <a:br/>
            <a:r>
              <a:t>Displays author name clearly beneath the quote with a gentle fade transition.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2011680"/>
            <a:ext cx="333756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spcAft>
                <a:spcPts val="1800"/>
              </a:spcAft>
              <a:defRPr sz="2000" b="1">
                <a:solidFill>
                  <a:srgbClr val="14213D"/>
                </a:solidFill>
              </a:defRPr>
            </a:pPr>
            <a:r>
              <a:t>🔄 Anti-Repeat Engine</a:t>
            </a:r>
          </a:p>
          <a:p>
            <a:pPr>
              <a:defRPr sz="1500">
                <a:solidFill>
                  <a:srgbClr val="465569"/>
                </a:solidFill>
              </a:defRPr>
            </a:pPr>
            <a:r>
              <a:t>Built-in randomization algorithm prevents consecutive duplicate quotes.</a:t>
            </a:r>
            <a:br/>
            <a:br/>
            <a:r>
              <a:t>Guarantees fresh inspiration every time you click the morning sun.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4643C"/>
                </a:solidFill>
              </a:defRPr>
            </a:pPr>
            <a:r>
              <a:t>03 | TECHNICAL ARCHITECTURE</a:t>
            </a:r>
          </a:p>
          <a:p>
            <a:pPr>
              <a:defRPr sz="3400" b="1">
                <a:solidFill>
                  <a:srgbClr val="14213D"/>
                </a:solidFill>
              </a:defRPr>
            </a:pPr>
            <a:r>
              <a:t>Lightweight Python engine, responsive frontend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011680"/>
            <a:ext cx="333756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spcAft>
                <a:spcPts val="1800"/>
              </a:spcAft>
              <a:defRPr sz="2000" b="1">
                <a:solidFill>
                  <a:srgbClr val="14643C"/>
                </a:solidFill>
              </a:defRPr>
            </a:pPr>
            <a:r>
              <a:t>Step 1: The Morning Sun</a:t>
            </a:r>
          </a:p>
          <a:p>
            <a:pPr>
              <a:defRPr sz="1500">
                <a:solidFill>
                  <a:srgbClr val="465569"/>
                </a:solidFill>
              </a:defRPr>
            </a:pPr>
            <a:r>
              <a:t>User clicks the sun button.</a:t>
            </a:r>
            <a:br/>
            <a:br/>
            <a:r>
              <a:t>• Smooth CSS rotation on hover</a:t>
            </a:r>
            <a:br/>
            <a:r>
              <a:t>• Keyboard spacebar shortcut</a:t>
            </a:r>
            <a:br/>
            <a:r>
              <a:t>• Instant response without page reloads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2011680"/>
            <a:ext cx="333756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spcAft>
                <a:spcPts val="1800"/>
              </a:spcAft>
              <a:defRPr sz="2000" b="1">
                <a:solidFill>
                  <a:srgbClr val="14643C"/>
                </a:solidFill>
              </a:defRPr>
            </a:pPr>
            <a:r>
              <a:t>Step 2: Flask REST API</a:t>
            </a:r>
          </a:p>
          <a:p>
            <a:pPr>
              <a:defRPr sz="1500">
                <a:solidFill>
                  <a:srgbClr val="465569"/>
                </a:solidFill>
              </a:defRPr>
            </a:pPr>
            <a:r>
              <a:t>Asynchronous GET /api/quote.</a:t>
            </a:r>
            <a:br/>
            <a:br/>
            <a:r>
              <a:t>• Python randomly selects quote</a:t>
            </a:r>
            <a:br/>
            <a:r>
              <a:t>• Avoids last_quote duplication</a:t>
            </a:r>
            <a:br/>
            <a:r>
              <a:t>• Returns JSON {quote, author}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2011680"/>
            <a:ext cx="333756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spcAft>
                <a:spcPts val="1800"/>
              </a:spcAft>
              <a:defRPr sz="2000" b="1">
                <a:solidFill>
                  <a:srgbClr val="14643C"/>
                </a:solidFill>
              </a:defRPr>
            </a:pPr>
            <a:r>
              <a:t>Step 3: Gentle Reveal</a:t>
            </a:r>
          </a:p>
          <a:p>
            <a:pPr>
              <a:defRPr sz="1500">
                <a:solidFill>
                  <a:srgbClr val="465569"/>
                </a:solidFill>
              </a:defRPr>
            </a:pPr>
            <a:r>
              <a:t>Client DOM updates seamlessly.</a:t>
            </a:r>
            <a:br/>
            <a:br/>
            <a:r>
              <a:t>• Text updated via JavaScript</a:t>
            </a:r>
            <a:br/>
            <a:r>
              <a:t>• CSS keyframe fade animation</a:t>
            </a:r>
            <a:br/>
            <a:r>
              <a:t>• Author credit displayed below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14643C"/>
                </a:solidFill>
              </a:defRPr>
            </a:pPr>
            <a:r>
              <a:t>04 | IMPACT &amp; CONCLUSION</a:t>
            </a:r>
          </a:p>
          <a:p>
            <a:pPr>
              <a:spcAft>
                <a:spcPts val="2400"/>
              </a:spcAft>
              <a:defRPr sz="3200" b="1">
                <a:solidFill>
                  <a:srgbClr val="14213D"/>
                </a:solidFill>
              </a:defRPr>
            </a:pPr>
            <a:r>
              <a:t>Small steps every day add up to big changes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4213D"/>
                </a:solidFill>
              </a:rPr>
              <a:t>✔ Clean Full-Stack Flow: </a:t>
            </a:r>
            <a:r>
              <a:rPr sz="1500">
                <a:solidFill>
                  <a:srgbClr val="465569"/>
                </a:solidFill>
              </a:rPr>
              <a:t>Seamless connection between a Python web service and a responsive UI.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4213D"/>
                </a:solidFill>
              </a:rPr>
              <a:t>✔ Credible Motivation: </a:t>
            </a:r>
            <a:r>
              <a:rPr sz="1500">
                <a:solidFill>
                  <a:srgbClr val="465569"/>
                </a:solidFill>
              </a:rPr>
              <a:t>Adding the author makes each quote authentic and thought-provoking.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4213D"/>
                </a:solidFill>
              </a:rPr>
              <a:t>✔ Fast &amp; Distraction-Free: </a:t>
            </a:r>
            <a:r>
              <a:rPr sz="1500">
                <a:solidFill>
                  <a:srgbClr val="465569"/>
                </a:solidFill>
              </a:rPr>
              <a:t>Zero bloat, under 100ms response time, accessible on any device.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4213D"/>
                </a:solidFill>
              </a:rPr>
              <a:t>✔ Ready for Future: </a:t>
            </a:r>
            <a:r>
              <a:rPr sz="1500">
                <a:solidFill>
                  <a:srgbClr val="465569"/>
                </a:solidFill>
              </a:rPr>
              <a:t>Easily expandable with categories, speech synthesis, and dark mode.</a:t>
            </a:r>
          </a:p>
        </p:txBody>
      </p:sp>
      <p:pic>
        <p:nvPicPr>
          <p:cNvPr id="4" name="Picture 3" descr="closing_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71600"/>
            <a:ext cx="4846320" cy="22616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